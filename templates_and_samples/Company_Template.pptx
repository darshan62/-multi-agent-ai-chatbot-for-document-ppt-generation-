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  <p:sldId id="257" r:id="rId2"/>
    <p:sldId id="258" r:id="rId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0F2D59"/>
                </a:solidFill>
              </a:rPr>
              <a:t>ACME CORPORATION PRESENTATION MASTER</a:t>
            </a:r>
          </a:p>
        </p:txBody>
      </p:sp>
      <p:sp>
        <p:nvSpPr>
          <p:cNvPr id="4" name="Shape_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16:9 Widescreen Master Template with Executive Visual Guidelines</a:t>
            </a:r>
          </a:p>
        </p:txBody>
      </p:sp>
      <p:sp>
        <p:nvSpPr>
          <p:cNvPr id="5" name="Shape_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Template Version 3.0 | Brand Identity &amp; Design System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STRATEGIC OVERVIEW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Presentation Style Guide &amp; Layout Conventions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1400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2D59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0F2D59"/>
                </a:solidFill>
              </a:rPr>
              <a:t>EXECUTIVE CALLOUT: </a:t>
            </a:r>
            <a:r>
              <a:rPr lang="en-US" sz="1400" b="0" dirty="0">
                <a:solidFill>
                  <a:srgbClr val="1E293B"/>
                </a:solidFill>
              </a:rPr>
              <a:t>This master template enforces 16:9 widescreen layout geometry, high-contrast typography, and structured 3-pillar content cards.</a:t>
            </a:r>
          </a:p>
        </p:txBody>
      </p:sp>
      <p:sp>
        <p:nvSpPr>
          <p:cNvPr id="7" name="Shape_7"/>
          <p:cNvSpPr/>
          <p:nvPr/>
        </p:nvSpPr>
        <p:spPr>
          <a:xfrm>
            <a:off x="800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01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Primary Palette: Enterprise Navy (#0F2D59) and Royal Blue (#2563EB).</a:t>
            </a:r>
          </a:p>
        </p:txBody>
      </p:sp>
      <p:sp>
        <p:nvSpPr>
          <p:cNvPr id="8" name="Shape_8"/>
          <p:cNvSpPr/>
          <p:nvPr/>
        </p:nvSpPr>
        <p:spPr>
          <a:xfrm>
            <a:off x="4446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02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Accent Highlights: Emerald (#10B981) for positive metrics and status indicators.</a:t>
            </a:r>
          </a:p>
        </p:txBody>
      </p:sp>
      <p:sp>
        <p:nvSpPr>
          <p:cNvPr id="9" name="Shape_9"/>
          <p:cNvSpPr/>
          <p:nvPr/>
        </p:nvSpPr>
        <p:spPr>
          <a:xfrm>
            <a:off x="8092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03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Typography: Arial and Arial Bold with 26pt title hierarchy.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Master Card Layout Standards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Cards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Contrasting white cards with 1px border outlines.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Standard 1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KPI Blocks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32pt bold callout numbers for board metrics.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Standard 2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Provenance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Dedicated bibliography and citation slide.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Standard 3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Enterprise Multi-Agent DocuSynth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Acme Master Presentation Template</dc:title>
  <dc:creator>Enterprise Multi-Agent AI System</dc:creator>
  <cp:lastModifiedBy>PPT Generation Agent</cp:lastModifiedBy>
  <cp:revision>1</cp:revision>
</cp:coreProperties>
</file>