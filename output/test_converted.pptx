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/>
  <p:sldIdLst>
    <p:sldId id="256" r:id="rId1"/>
    <p:sldId id="257" r:id="rId2"/>
    <p:sldId id="258" r:id="rId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1000000" y="1800000"/>
            <a:ext cx="10192000" cy="18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3600" b="1" dirty="0">
                <a:solidFill>
                  <a:srgbClr val="0F2D59"/>
                </a:solidFill>
              </a:rPr>
              <a:t>ENTERPRISE MULTI-AGENT AI PLATFORM</a:t>
            </a:r>
          </a:p>
        </p:txBody>
      </p:sp>
      <p:sp>
        <p:nvSpPr>
          <p:cNvPr id="4" name="Shape_4"/>
          <p:cNvSpPr/>
          <p:nvPr/>
        </p:nvSpPr>
        <p:spPr>
          <a:xfrm>
            <a:off x="1200000" y="3600000"/>
            <a:ext cx="9792000" cy="12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2000" b="0" dirty="0">
                <a:solidFill>
                  <a:srgbClr val="475569"/>
                </a:solidFill>
              </a:rPr>
              <a:t>Automated Conversion from Word Document Specification</a:t>
            </a:r>
          </a:p>
        </p:txBody>
      </p:sp>
      <p:sp>
        <p:nvSpPr>
          <p:cNvPr id="5" name="Shape_5"/>
          <p:cNvSpPr/>
          <p:nvPr/>
        </p:nvSpPr>
        <p:spPr>
          <a:xfrm>
            <a:off x="1000000" y="580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1200" b="0" dirty="0">
                <a:solidFill>
                  <a:srgbClr val="94A3B8"/>
                </a:solidFill>
              </a:rPr>
              <a:t>Converted Artifact | Enterprise Multi-Agent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STRATEGIC OVERVIEW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Document Summary &amp; Objectives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10592000" cy="1400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2D59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0F2D59"/>
                </a:solidFill>
              </a:rPr>
              <a:t>EXECUTIVE CALLOUT: </a:t>
            </a:r>
            <a:r>
              <a:rPr lang="en-US" sz="1400" b="0" dirty="0">
                <a:solidFill>
                  <a:srgbClr val="1E293B"/>
                </a:solidFill>
              </a:rPr>
              <a:t>Synthesized directly from uploaded document sections and tables.</a:t>
            </a:r>
          </a:p>
        </p:txBody>
      </p:sp>
      <p:sp>
        <p:nvSpPr>
          <p:cNvPr id="7" name="Shape_7"/>
          <p:cNvSpPr/>
          <p:nvPr/>
        </p:nvSpPr>
        <p:spPr>
          <a:xfrm>
            <a:off x="800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2563EB"/>
                </a:solidFill>
              </a:rPr>
              <a:t>Pillar 01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Extracted 119 words across formal headings.</a:t>
            </a:r>
          </a:p>
        </p:txBody>
      </p:sp>
      <p:sp>
        <p:nvSpPr>
          <p:cNvPr id="8" name="Shape_8"/>
          <p:cNvSpPr/>
          <p:nvPr/>
        </p:nvSpPr>
        <p:spPr>
          <a:xfrm>
            <a:off x="4446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2563EB"/>
                </a:solidFill>
              </a:rPr>
              <a:t>Pillar 02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Maintained typographic hierarchy and semantic section structure.</a:t>
            </a:r>
          </a:p>
        </p:txBody>
      </p:sp>
      <p:sp>
        <p:nvSpPr>
          <p:cNvPr id="9" name="Shape_9"/>
          <p:cNvSpPr/>
          <p:nvPr/>
        </p:nvSpPr>
        <p:spPr>
          <a:xfrm>
            <a:off x="8092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2563EB"/>
                </a:solidFill>
              </a:rPr>
              <a:t>Pillar 03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All tables and bullet points mapped into presentation cards.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Comprehensive Competitive Landscape Analysis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Core Finding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Derived from Comprehensive Competitive Landscape Analysis requirements.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Objective Met</a:t>
            </a:r>
          </a:p>
        </p:txBody>
      </p:sp>
      <p:sp>
        <p:nvSpPr>
          <p:cNvPr id="7" name="Shape_7"/>
          <p:cNvSpPr/>
          <p:nvPr/>
        </p:nvSpPr>
        <p:spPr>
          <a:xfrm>
            <a:off x="4446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Implementation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Mapped into operational workflow milestones.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SLA Compliant</a:t>
            </a:r>
          </a:p>
        </p:txBody>
      </p:sp>
      <p:sp>
        <p:nvSpPr>
          <p:cNvPr id="8" name="Shape_8"/>
          <p:cNvSpPr/>
          <p:nvPr/>
        </p:nvSpPr>
        <p:spPr>
          <a:xfrm>
            <a:off x="8092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Traceability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Preserved citation provenance and cross-references.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Verified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Enterprise Multi-Agent DocuSynth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ENTERPRISE MULTI-AGENT AI PLATFORM</dc:title>
  <dc:creator>Enterprise Multi-Agent AI System</dc:creator>
  <cp:lastModifiedBy>PPT Generation Agent</cp:lastModifiedBy>
  <cp:revision>1</cp:revision>
</cp:coreProperties>
</file>