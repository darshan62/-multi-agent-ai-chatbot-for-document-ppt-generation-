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MasterIdLst/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12192000" cy="6858000" type="screen16x9"/>
  <p:notesSz cx="6858000" cy="12192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
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vert="horz" lIns="91440" tIns="91440" rIns="91440" bIns="91440" rtlCol="0" anchor="ctr"/>
          <a:lstStyle/>
          <a:p>
            <a:endParaRPr/>
          </a:p>
        </p:txBody>
      </p:sp>
      <p:sp>
        <p:nvSpPr>
          <p:cNvPr id="2" name="Shape_2"/>
          <p:cNvSpPr/>
          <p:nvPr/>
        </p:nvSpPr>
        <p:spPr>
          <a:xfrm>
            <a:off x="0" y="0"/>
            <a:ext cx="12192000" cy="180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vert="horz" lIns="91440" tIns="91440" rIns="91440" bIns="91440" rtlCol="0" anchor="ctr"/>
          <a:lstStyle/>
          <a:p>
            <a:endParaRPr/>
          </a:p>
        </p:txBody>
      </p:sp>
      <p:sp>
        <p:nvSpPr>
          <p:cNvPr id="3" name="Shape_3"/>
          <p:cNvSpPr/>
          <p:nvPr/>
        </p:nvSpPr>
        <p:spPr>
          <a:xfrm>
            <a:off x="1000000" y="1800000"/>
            <a:ext cx="10192000" cy="1800000"/>
          </a:xfrm>
          <a:prstGeom prst="rect">
            <a:avLst/>
          </a:prstGeom>
          <a:noFill/>
          <a:ln>
            <a:noFill/>
          </a:ln>
        </p:spPr>
        <p:txBody>
          <a:bodyPr vert="horz" lIns="91440" tIns="91440" rIns="91440" bIns="91440" rtlCol="0" anchor="ctr"/>
          <a:lstStyle/>
          <a:p>
            <a:pPr algn="ctr"/>
            <a:r>
              <a:rPr lang="en-US" sz="3600" b="1" dirty="0">
                <a:solidFill>
                  <a:srgbClr val="0F2D59"/>
                </a:solidFill>
              </a:rPr>
              <a:t>Title</a:t>
            </a:r>
          </a:p>
        </p:txBody>
      </p:sp>
      <p:sp>
        <p:nvSpPr>
          <p:cNvPr id="4" name="Shape_4"/>
          <p:cNvSpPr/>
          <p:nvPr/>
        </p:nvSpPr>
        <p:spPr>
          <a:xfrm>
            <a:off x="1200000" y="3600000"/>
            <a:ext cx="9792000" cy="1200000"/>
          </a:xfrm>
          <a:prstGeom prst="rect">
            <a:avLst/>
          </a:prstGeom>
          <a:noFill/>
          <a:ln>
            <a:noFill/>
          </a:ln>
        </p:spPr>
        <p:txBody>
          <a:bodyPr vert="horz" lIns="91440" tIns="91440" rIns="91440" bIns="91440" rtlCol="0" anchor="ctr"/>
          <a:lstStyle/>
          <a:p>
            <a:pPr algn="ctr"/>
            <a:r>
              <a:rPr lang="en-US" sz="2000" b="0" dirty="0">
                <a:solidFill>
                  <a:srgbClr val="475569"/>
                </a:solidFill>
              </a:rPr>
              <a:t>Subtitle</a:t>
            </a:r>
          </a:p>
        </p:txBody>
      </p:sp>
      <p:sp>
        <p:nvSpPr>
          <p:cNvPr id="5" name="Shape_5"/>
          <p:cNvSpPr/>
          <p:nvPr/>
        </p:nvSpPr>
        <p:spPr>
          <a:xfrm>
            <a:off x="1000000" y="5800000"/>
            <a:ext cx="10192000" cy="500000"/>
          </a:xfrm>
          <a:prstGeom prst="rect">
            <a:avLst/>
          </a:prstGeom>
          <a:noFill/>
          <a:ln>
            <a:noFill/>
          </a:ln>
        </p:spPr>
        <p:txBody>
          <a:bodyPr vert="horz" lIns="91440" tIns="91440" rIns="91440" bIns="91440" rtlCol="0" anchor="ctr"/>
          <a:lstStyle/>
          <a:p>
            <a:pPr algn="ctr"/>
            <a:r>
              <a:rPr lang="en-US" sz="1200" b="0" dirty="0">
                <a:solidFill>
                  <a:srgbClr val="94A3B8"/>
                </a:solidFill>
              </a:rPr>
              <a:t>Confidential | Enterprise Strategy 2025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vert="horz" lIns="91440" tIns="91440" rIns="91440" bIns="91440" rtlCol="0" anchor="ctr"/>
          <a:lstStyle/>
          <a:p>
            <a:endParaRPr/>
          </a:p>
        </p:txBody>
      </p:sp>
      <p:sp>
        <p:nvSpPr>
          <p:cNvPr id="2" name="Shape_2"/>
          <p:cNvSpPr/>
          <p:nvPr/>
        </p:nvSpPr>
        <p:spPr>
          <a:xfrm>
            <a:off x="800000" y="450000"/>
            <a:ext cx="400000" cy="40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vert="horz" lIns="91440" tIns="91440" rIns="91440" bIns="91440" rtlCol="0" anchor="ctr"/>
          <a:lstStyle/>
          <a:p>
            <a:endParaRPr/>
          </a:p>
        </p:txBody>
      </p:sp>
      <p:sp>
        <p:nvSpPr>
          <p:cNvPr id="3" name="Shape_3"/>
          <p:cNvSpPr/>
          <p:nvPr/>
        </p:nvSpPr>
        <p:spPr>
          <a:xfrm>
            <a:off x="800000" y="550000"/>
            <a:ext cx="10500000" cy="300000"/>
          </a:xfrm>
          <a:prstGeom prst="rect">
            <a:avLst/>
          </a:prstGeom>
          <a:noFill/>
          <a:ln>
            <a:noFill/>
          </a:ln>
        </p:spPr>
        <p:txBody>
          <a:bodyPr vert="horz" lIns="91440" tIns="91440" rIns="91440" bIns="91440" rtlCol="0" anchor="ctr"/>
          <a:lstStyle/>
          <a:p>
            <a:pPr algn="l"/>
            <a:r>
              <a:rPr lang="en-US" sz="1100" b="1" dirty="0">
                <a:solidFill>
                  <a:srgbClr val="2563EB"/>
                </a:solidFill>
              </a:rPr>
              <a:t>STRATEGIC OVERVIEW</a:t>
            </a:r>
          </a:p>
        </p:txBody>
      </p:sp>
      <p:sp>
        <p:nvSpPr>
          <p:cNvPr id="4" name="Shape_4"/>
          <p:cNvSpPr/>
          <p:nvPr/>
        </p:nvSpPr>
        <p:spPr>
          <a:xfrm>
            <a:off x="800000" y="850000"/>
            <a:ext cx="10500000" cy="700000"/>
          </a:xfrm>
          <a:prstGeom prst="rect">
            <a:avLst/>
          </a:prstGeom>
          <a:noFill/>
          <a:ln>
            <a:noFill/>
          </a:ln>
        </p:spPr>
        <p:txBody>
          <a:bodyPr vert="horz" lIns="91440" tIns="91440" rIns="91440" bIns="91440" rtlCol="0" anchor="ctr"/>
          <a:lstStyle/>
          <a:p>
            <a:pPr algn="l"/>
            <a:r>
              <a:rPr lang="en-US" sz="2600" b="1" dirty="0">
                <a:solidFill>
                  <a:srgbClr val="0F2D59"/>
                </a:solidFill>
              </a:rPr>
              <a:t>Exec</a:t>
            </a:r>
          </a:p>
        </p:txBody>
      </p:sp>
      <p:sp>
        <p:nvSpPr>
          <p:cNvPr id="5" name="Shape_5"/>
          <p:cNvSpPr/>
          <p:nvPr/>
        </p:nvSpPr>
        <p:spPr>
          <a:xfrm>
            <a:off x="800000" y="1550000"/>
            <a:ext cx="10592000" cy="20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vert="horz" lIns="91440" tIns="91440" rIns="91440" bIns="91440" rtlCol="0" anchor="ctr"/>
          <a:lstStyle/>
          <a:p>
            <a:endParaRPr/>
          </a:p>
        </p:txBody>
      </p:sp>
      <p:sp>
        <p:nvSpPr>
          <p:cNvPr id="6" name="Shape_6"/>
          <p:cNvSpPr/>
          <p:nvPr/>
        </p:nvSpPr>
        <p:spPr>
          <a:xfrm>
            <a:off x="800000" y="1800000"/>
            <a:ext cx="10592000" cy="140000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0F2D59"/>
            </a:solidFill>
          </a:ln>
        </p:spPr>
        <p:txBody>
          <a:bodyPr vert="horz" lIns="91440" tIns="91440" rIns="91440" bIns="91440" rtlCol="0" anchor="ctr"/>
          <a:lstStyle/>
          <a:p>
            <a:pPr algn="l"/>
            <a:r>
              <a:rPr lang="en-US" sz="1400" b="1" dirty="0">
                <a:solidFill>
                  <a:srgbClr val="0F2D59"/>
                </a:solidFill>
              </a:rPr>
              <a:t>EXECUTIVE CALLOUT: </a:t>
            </a:r>
            <a:r>
              <a:rPr lang="en-US" sz="1400" b="0" dirty="0">
                <a:solidFill>
                  <a:srgbClr val="1E293B"/>
                </a:solidFill>
              </a:rPr>
              <a:t>Summary</a:t>
            </a:r>
          </a:p>
        </p:txBody>
      </p:sp>
      <p:sp>
        <p:nvSpPr>
          <p:cNvPr id="7" name="Shape_7"/>
          <p:cNvSpPr/>
          <p:nvPr/>
        </p:nvSpPr>
        <p:spPr>
          <a:xfrm>
            <a:off x="800000" y="3400000"/>
            <a:ext cx="3300000" cy="28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vert="horz" lIns="91440" tIns="91440" rIns="91440" bIns="91440" rtlCol="0" anchor="ctr"/>
          <a:lstStyle/>
          <a:p>
            <a:pPr algn="l"/>
            <a:r>
              <a:rPr lang="en-US" sz="1400" b="1" dirty="0">
                <a:solidFill>
                  <a:srgbClr val="2563EB"/>
                </a:solidFill>
              </a:rPr>
              <a:t>Pillar 01</a:t>
            </a:r>
          </a:p>
          <a:p>
            <a:pPr algn="l"/>
            <a:r>
              <a:rPr lang="en-US" sz="1300" b="0" dirty="0">
                <a:solidFill>
                  <a:srgbClr val="334155"/>
                </a:solidFill>
              </a:rPr>
              <a:t>H1</a:t>
            </a:r>
          </a:p>
        </p:txBody>
      </p:sp>
      <p:sp>
        <p:nvSpPr>
          <p:cNvPr id="8" name="Shape_8"/>
          <p:cNvSpPr/>
          <p:nvPr/>
        </p:nvSpPr>
        <p:spPr>
          <a:xfrm>
            <a:off x="4446000" y="3400000"/>
            <a:ext cx="3300000" cy="28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vert="horz" lIns="91440" tIns="91440" rIns="91440" bIns="91440" rtlCol="0" anchor="ctr"/>
          <a:lstStyle/>
          <a:p>
            <a:pPr algn="l"/>
            <a:r>
              <a:rPr lang="en-US" sz="1400" b="1" dirty="0">
                <a:solidFill>
                  <a:srgbClr val="2563EB"/>
                </a:solidFill>
              </a:rPr>
              <a:t>Pillar 02</a:t>
            </a:r>
          </a:p>
          <a:p>
            <a:pPr algn="l"/>
            <a:r>
              <a:rPr lang="en-US" sz="1300" b="0" dirty="0">
                <a:solidFill>
                  <a:srgbClr val="334155"/>
                </a:solidFill>
              </a:rPr>
              <a:t>H2</a:t>
            </a:r>
          </a:p>
        </p:txBody>
      </p:sp>
      <p:sp>
        <p:nvSpPr>
          <p:cNvPr id="9" name="Shape_9"/>
          <p:cNvSpPr/>
          <p:nvPr/>
        </p:nvSpPr>
        <p:spPr>
          <a:xfrm>
            <a:off x="8092000" y="3400000"/>
            <a:ext cx="3300000" cy="28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vert="horz" lIns="91440" tIns="91440" rIns="91440" bIns="91440" rtlCol="0" anchor="ctr"/>
          <a:lstStyle/>
          <a:p>
            <a:pPr algn="l"/>
            <a:r>
              <a:rPr lang="en-US" sz="1400" b="1" dirty="0">
                <a:solidFill>
                  <a:srgbClr val="2563EB"/>
                </a:solidFill>
              </a:rPr>
              <a:t>Pillar 03</a:t>
            </a:r>
          </a:p>
          <a:p>
            <a:pPr algn="l"/>
            <a:r>
              <a:rPr lang="en-US" sz="1300" b="0" dirty="0">
                <a:solidFill>
                  <a:srgbClr val="334155"/>
                </a:solidFill>
              </a:rPr>
              <a:t>H3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vert="horz" lIns="91440" tIns="91440" rIns="91440" bIns="91440" rtlCol="0" anchor="ctr"/>
          <a:lstStyle/>
          <a:p>
            <a:endParaRPr/>
          </a:p>
        </p:txBody>
      </p:sp>
      <p:sp>
        <p:nvSpPr>
          <p:cNvPr id="2" name="Shape_2"/>
          <p:cNvSpPr/>
          <p:nvPr/>
        </p:nvSpPr>
        <p:spPr>
          <a:xfrm>
            <a:off x="800000" y="450000"/>
            <a:ext cx="400000" cy="40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vert="horz" lIns="91440" tIns="91440" rIns="91440" bIns="91440" rtlCol="0" anchor="ctr"/>
          <a:lstStyle/>
          <a:p>
            <a:endParaRPr/>
          </a:p>
        </p:txBody>
      </p:sp>
      <p:sp>
        <p:nvSpPr>
          <p:cNvPr id="3" name="Shape_3"/>
          <p:cNvSpPr/>
          <p:nvPr/>
        </p:nvSpPr>
        <p:spPr>
          <a:xfrm>
            <a:off x="800000" y="550000"/>
            <a:ext cx="10500000" cy="300000"/>
          </a:xfrm>
          <a:prstGeom prst="rect">
            <a:avLst/>
          </a:prstGeom>
          <a:noFill/>
          <a:ln>
            <a:noFill/>
          </a:ln>
        </p:spPr>
        <p:txBody>
          <a:bodyPr vert="horz" lIns="91440" tIns="91440" rIns="91440" bIns="91440" rtlCol="0" anchor="ctr"/>
          <a:lstStyle/>
          <a:p>
            <a:pPr algn="l"/>
            <a:r>
              <a:rPr lang="en-US" sz="1100" b="1" dirty="0">
                <a:solidFill>
                  <a:srgbClr val="2563EB"/>
                </a:solidFill>
              </a:rPr>
              <a:t>MARKET DYNAMICS</a:t>
            </a:r>
          </a:p>
        </p:txBody>
      </p:sp>
      <p:sp>
        <p:nvSpPr>
          <p:cNvPr id="4" name="Shape_4"/>
          <p:cNvSpPr/>
          <p:nvPr/>
        </p:nvSpPr>
        <p:spPr>
          <a:xfrm>
            <a:off x="800000" y="850000"/>
            <a:ext cx="10500000" cy="700000"/>
          </a:xfrm>
          <a:prstGeom prst="rect">
            <a:avLst/>
          </a:prstGeom>
          <a:noFill/>
          <a:ln>
            <a:noFill/>
          </a:ln>
        </p:spPr>
        <p:txBody>
          <a:bodyPr vert="horz" lIns="91440" tIns="91440" rIns="91440" bIns="91440" rtlCol="0" anchor="ctr"/>
          <a:lstStyle/>
          <a:p>
            <a:pPr algn="l"/>
            <a:r>
              <a:rPr lang="en-US" sz="2600" b="1" dirty="0">
                <a:solidFill>
                  <a:srgbClr val="0F2D59"/>
                </a:solidFill>
              </a:rPr>
              <a:t>Slide 3</a:t>
            </a:r>
          </a:p>
        </p:txBody>
      </p:sp>
      <p:sp>
        <p:nvSpPr>
          <p:cNvPr id="5" name="Shape_5"/>
          <p:cNvSpPr/>
          <p:nvPr/>
        </p:nvSpPr>
        <p:spPr>
          <a:xfrm>
            <a:off x="800000" y="1550000"/>
            <a:ext cx="10592000" cy="20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vert="horz" lIns="91440" tIns="91440" rIns="91440" bIns="91440" rtlCol="0" anchor="ctr"/>
          <a:lstStyle/>
          <a:p>
            <a:endParaRPr/>
          </a:p>
        </p:txBody>
      </p:sp>
      <p:sp>
        <p:nvSpPr>
          <p:cNvPr id="6" name="Shape_6"/>
          <p:cNvSpPr/>
          <p:nvPr/>
        </p:nvSpPr>
        <p:spPr>
          <a:xfrm>
            <a:off x="800000" y="1800000"/>
            <a:ext cx="3300000" cy="44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vert="horz" lIns="91440" tIns="91440" rIns="91440" bIns="91440" rtlCol="0" anchor="ctr"/>
          <a:lstStyle/>
          <a:p>
            <a:pPr algn="l"/>
            <a:r>
              <a:rPr lang="en-US" sz="1600" b="1" dirty="0">
                <a:solidFill>
                  <a:srgbClr val="0F2D59"/>
                </a:solidFill>
              </a:rPr>
              <a:t>Pillar 3</a:t>
            </a:r>
          </a:p>
          <a:p>
            <a:pPr algn="l"/>
            <a:r>
              <a:rPr lang="en-US" sz="1300" b="0" dirty="0">
                <a:solidFill>
                  <a:srgbClr val="475569"/>
                </a:solidFill>
              </a:rPr>
              <a:t>
Desc</a:t>
            </a:r>
          </a:p>
          <a:p>
            <a:pPr algn="l"/>
            <a:r>
              <a:rPr lang="en-US" sz="1800" b="1" dirty="0">
                <a:solidFill>
                  <a:srgbClr val="10B981"/>
                </a:solidFill>
              </a:rPr>
              <a:t>
100%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vert="horz" lIns="91440" tIns="91440" rIns="91440" bIns="91440" rtlCol="0" anchor="ctr"/>
          <a:lstStyle/>
          <a:p>
            <a:endParaRPr/>
          </a:p>
        </p:txBody>
      </p:sp>
      <p:sp>
        <p:nvSpPr>
          <p:cNvPr id="2" name="Shape_2"/>
          <p:cNvSpPr/>
          <p:nvPr/>
        </p:nvSpPr>
        <p:spPr>
          <a:xfrm>
            <a:off x="800000" y="450000"/>
            <a:ext cx="400000" cy="40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vert="horz" lIns="91440" tIns="91440" rIns="91440" bIns="91440" rtlCol="0" anchor="ctr"/>
          <a:lstStyle/>
          <a:p>
            <a:endParaRPr/>
          </a:p>
        </p:txBody>
      </p:sp>
      <p:sp>
        <p:nvSpPr>
          <p:cNvPr id="3" name="Shape_3"/>
          <p:cNvSpPr/>
          <p:nvPr/>
        </p:nvSpPr>
        <p:spPr>
          <a:xfrm>
            <a:off x="800000" y="550000"/>
            <a:ext cx="10500000" cy="300000"/>
          </a:xfrm>
          <a:prstGeom prst="rect">
            <a:avLst/>
          </a:prstGeom>
          <a:noFill/>
          <a:ln>
            <a:noFill/>
          </a:ln>
        </p:spPr>
        <p:txBody>
          <a:bodyPr vert="horz" lIns="91440" tIns="91440" rIns="91440" bIns="91440" rtlCol="0" anchor="ctr"/>
          <a:lstStyle/>
          <a:p>
            <a:pPr algn="l"/>
            <a:r>
              <a:rPr lang="en-US" sz="1100" b="1" dirty="0">
                <a:solidFill>
                  <a:srgbClr val="2563EB"/>
                </a:solidFill>
              </a:rPr>
              <a:t>MARKET DYNAMICS</a:t>
            </a:r>
          </a:p>
        </p:txBody>
      </p:sp>
      <p:sp>
        <p:nvSpPr>
          <p:cNvPr id="4" name="Shape_4"/>
          <p:cNvSpPr/>
          <p:nvPr/>
        </p:nvSpPr>
        <p:spPr>
          <a:xfrm>
            <a:off x="800000" y="850000"/>
            <a:ext cx="10500000" cy="700000"/>
          </a:xfrm>
          <a:prstGeom prst="rect">
            <a:avLst/>
          </a:prstGeom>
          <a:noFill/>
          <a:ln>
            <a:noFill/>
          </a:ln>
        </p:spPr>
        <p:txBody>
          <a:bodyPr vert="horz" lIns="91440" tIns="91440" rIns="91440" bIns="91440" rtlCol="0" anchor="ctr"/>
          <a:lstStyle/>
          <a:p>
            <a:pPr algn="l"/>
            <a:r>
              <a:rPr lang="en-US" sz="2600" b="1" dirty="0">
                <a:solidFill>
                  <a:srgbClr val="0F2D59"/>
                </a:solidFill>
              </a:rPr>
              <a:t>Slide 4</a:t>
            </a:r>
          </a:p>
        </p:txBody>
      </p:sp>
      <p:sp>
        <p:nvSpPr>
          <p:cNvPr id="5" name="Shape_5"/>
          <p:cNvSpPr/>
          <p:nvPr/>
        </p:nvSpPr>
        <p:spPr>
          <a:xfrm>
            <a:off x="800000" y="1550000"/>
            <a:ext cx="10592000" cy="20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vert="horz" lIns="91440" tIns="91440" rIns="91440" bIns="91440" rtlCol="0" anchor="ctr"/>
          <a:lstStyle/>
          <a:p>
            <a:endParaRPr/>
          </a:p>
        </p:txBody>
      </p:sp>
      <p:sp>
        <p:nvSpPr>
          <p:cNvPr id="6" name="Shape_6"/>
          <p:cNvSpPr/>
          <p:nvPr/>
        </p:nvSpPr>
        <p:spPr>
          <a:xfrm>
            <a:off x="800000" y="1800000"/>
            <a:ext cx="3300000" cy="44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vert="horz" lIns="91440" tIns="91440" rIns="91440" bIns="91440" rtlCol="0" anchor="ctr"/>
          <a:lstStyle/>
          <a:p>
            <a:pPr algn="l"/>
            <a:r>
              <a:rPr lang="en-US" sz="1600" b="1" dirty="0">
                <a:solidFill>
                  <a:srgbClr val="0F2D59"/>
                </a:solidFill>
              </a:rPr>
              <a:t>Pillar 4</a:t>
            </a:r>
          </a:p>
          <a:p>
            <a:pPr algn="l"/>
            <a:r>
              <a:rPr lang="en-US" sz="1300" b="0" dirty="0">
                <a:solidFill>
                  <a:srgbClr val="475569"/>
                </a:solidFill>
              </a:rPr>
              <a:t>
Desc</a:t>
            </a:r>
          </a:p>
          <a:p>
            <a:pPr algn="l"/>
            <a:r>
              <a:rPr lang="en-US" sz="1800" b="1" dirty="0">
                <a:solidFill>
                  <a:srgbClr val="10B981"/>
                </a:solidFill>
              </a:rPr>
              <a:t>
100%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vert="horz" lIns="91440" tIns="91440" rIns="91440" bIns="91440" rtlCol="0" anchor="ctr"/>
          <a:lstStyle/>
          <a:p>
            <a:endParaRPr/>
          </a:p>
        </p:txBody>
      </p:sp>
      <p:sp>
        <p:nvSpPr>
          <p:cNvPr id="2" name="Shape_2"/>
          <p:cNvSpPr/>
          <p:nvPr/>
        </p:nvSpPr>
        <p:spPr>
          <a:xfrm>
            <a:off x="800000" y="450000"/>
            <a:ext cx="400000" cy="40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vert="horz" lIns="91440" tIns="91440" rIns="91440" bIns="91440" rtlCol="0" anchor="ctr"/>
          <a:lstStyle/>
          <a:p>
            <a:endParaRPr/>
          </a:p>
        </p:txBody>
      </p:sp>
      <p:sp>
        <p:nvSpPr>
          <p:cNvPr id="3" name="Shape_3"/>
          <p:cNvSpPr/>
          <p:nvPr/>
        </p:nvSpPr>
        <p:spPr>
          <a:xfrm>
            <a:off x="800000" y="550000"/>
            <a:ext cx="10500000" cy="300000"/>
          </a:xfrm>
          <a:prstGeom prst="rect">
            <a:avLst/>
          </a:prstGeom>
          <a:noFill/>
          <a:ln>
            <a:noFill/>
          </a:ln>
        </p:spPr>
        <p:txBody>
          <a:bodyPr vert="horz" lIns="91440" tIns="91440" rIns="91440" bIns="91440" rtlCol="0" anchor="ctr"/>
          <a:lstStyle/>
          <a:p>
            <a:pPr algn="l"/>
            <a:r>
              <a:rPr lang="en-US" sz="1100" b="1" dirty="0">
                <a:solidFill>
                  <a:srgbClr val="2563EB"/>
                </a:solidFill>
              </a:rPr>
              <a:t>MARKET DYNAMICS</a:t>
            </a:r>
          </a:p>
        </p:txBody>
      </p:sp>
      <p:sp>
        <p:nvSpPr>
          <p:cNvPr id="4" name="Shape_4"/>
          <p:cNvSpPr/>
          <p:nvPr/>
        </p:nvSpPr>
        <p:spPr>
          <a:xfrm>
            <a:off x="800000" y="850000"/>
            <a:ext cx="10500000" cy="700000"/>
          </a:xfrm>
          <a:prstGeom prst="rect">
            <a:avLst/>
          </a:prstGeom>
          <a:noFill/>
          <a:ln>
            <a:noFill/>
          </a:ln>
        </p:spPr>
        <p:txBody>
          <a:bodyPr vert="horz" lIns="91440" tIns="91440" rIns="91440" bIns="91440" rtlCol="0" anchor="ctr"/>
          <a:lstStyle/>
          <a:p>
            <a:pPr algn="l"/>
            <a:r>
              <a:rPr lang="en-US" sz="2600" b="1" dirty="0">
                <a:solidFill>
                  <a:srgbClr val="0F2D59"/>
                </a:solidFill>
              </a:rPr>
              <a:t>Slide 5</a:t>
            </a:r>
          </a:p>
        </p:txBody>
      </p:sp>
      <p:sp>
        <p:nvSpPr>
          <p:cNvPr id="5" name="Shape_5"/>
          <p:cNvSpPr/>
          <p:nvPr/>
        </p:nvSpPr>
        <p:spPr>
          <a:xfrm>
            <a:off x="800000" y="1550000"/>
            <a:ext cx="10592000" cy="20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vert="horz" lIns="91440" tIns="91440" rIns="91440" bIns="91440" rtlCol="0" anchor="ctr"/>
          <a:lstStyle/>
          <a:p>
            <a:endParaRPr/>
          </a:p>
        </p:txBody>
      </p:sp>
      <p:sp>
        <p:nvSpPr>
          <p:cNvPr id="6" name="Shape_6"/>
          <p:cNvSpPr/>
          <p:nvPr/>
        </p:nvSpPr>
        <p:spPr>
          <a:xfrm>
            <a:off x="800000" y="1800000"/>
            <a:ext cx="3300000" cy="44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vert="horz" lIns="91440" tIns="91440" rIns="91440" bIns="91440" rtlCol="0" anchor="ctr"/>
          <a:lstStyle/>
          <a:p>
            <a:pPr algn="l"/>
            <a:r>
              <a:rPr lang="en-US" sz="1600" b="1" dirty="0">
                <a:solidFill>
                  <a:srgbClr val="0F2D59"/>
                </a:solidFill>
              </a:rPr>
              <a:t>Pillar 5</a:t>
            </a:r>
          </a:p>
          <a:p>
            <a:pPr algn="l"/>
            <a:r>
              <a:rPr lang="en-US" sz="1300" b="0" dirty="0">
                <a:solidFill>
                  <a:srgbClr val="475569"/>
                </a:solidFill>
              </a:rPr>
              <a:t>
Desc</a:t>
            </a:r>
          </a:p>
          <a:p>
            <a:pPr algn="l"/>
            <a:r>
              <a:rPr lang="en-US" sz="1800" b="1" dirty="0">
                <a:solidFill>
                  <a:srgbClr val="10B981"/>
                </a:solidFill>
              </a:rPr>
              <a:t>
100%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vert="horz" lIns="91440" tIns="91440" rIns="91440" bIns="91440" rtlCol="0" anchor="ctr"/>
          <a:lstStyle/>
          <a:p>
            <a:endParaRPr/>
          </a:p>
        </p:txBody>
      </p:sp>
      <p:sp>
        <p:nvSpPr>
          <p:cNvPr id="2" name="Shape_2"/>
          <p:cNvSpPr/>
          <p:nvPr/>
        </p:nvSpPr>
        <p:spPr>
          <a:xfrm>
            <a:off x="800000" y="450000"/>
            <a:ext cx="400000" cy="40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vert="horz" lIns="91440" tIns="91440" rIns="91440" bIns="91440" rtlCol="0" anchor="ctr"/>
          <a:lstStyle/>
          <a:p>
            <a:endParaRPr/>
          </a:p>
        </p:txBody>
      </p:sp>
      <p:sp>
        <p:nvSpPr>
          <p:cNvPr id="3" name="Shape_3"/>
          <p:cNvSpPr/>
          <p:nvPr/>
        </p:nvSpPr>
        <p:spPr>
          <a:xfrm>
            <a:off x="800000" y="550000"/>
            <a:ext cx="10500000" cy="300000"/>
          </a:xfrm>
          <a:prstGeom prst="rect">
            <a:avLst/>
          </a:prstGeom>
          <a:noFill/>
          <a:ln>
            <a:noFill/>
          </a:ln>
        </p:spPr>
        <p:txBody>
          <a:bodyPr vert="horz" lIns="91440" tIns="91440" rIns="91440" bIns="91440" rtlCol="0" anchor="ctr"/>
          <a:lstStyle/>
          <a:p>
            <a:pPr algn="l"/>
            <a:r>
              <a:rPr lang="en-US" sz="1100" b="1" dirty="0">
                <a:solidFill>
                  <a:srgbClr val="2563EB"/>
                </a:solidFill>
              </a:rPr>
              <a:t>MARKET DYNAMICS</a:t>
            </a:r>
          </a:p>
        </p:txBody>
      </p:sp>
      <p:sp>
        <p:nvSpPr>
          <p:cNvPr id="4" name="Shape_4"/>
          <p:cNvSpPr/>
          <p:nvPr/>
        </p:nvSpPr>
        <p:spPr>
          <a:xfrm>
            <a:off x="800000" y="850000"/>
            <a:ext cx="10500000" cy="700000"/>
          </a:xfrm>
          <a:prstGeom prst="rect">
            <a:avLst/>
          </a:prstGeom>
          <a:noFill/>
          <a:ln>
            <a:noFill/>
          </a:ln>
        </p:spPr>
        <p:txBody>
          <a:bodyPr vert="horz" lIns="91440" tIns="91440" rIns="91440" bIns="91440" rtlCol="0" anchor="ctr"/>
          <a:lstStyle/>
          <a:p>
            <a:pPr algn="l"/>
            <a:r>
              <a:rPr lang="en-US" sz="2600" b="1" dirty="0">
                <a:solidFill>
                  <a:srgbClr val="0F2D59"/>
                </a:solidFill>
              </a:rPr>
              <a:t>Slide 6</a:t>
            </a:r>
          </a:p>
        </p:txBody>
      </p:sp>
      <p:sp>
        <p:nvSpPr>
          <p:cNvPr id="5" name="Shape_5"/>
          <p:cNvSpPr/>
          <p:nvPr/>
        </p:nvSpPr>
        <p:spPr>
          <a:xfrm>
            <a:off x="800000" y="1550000"/>
            <a:ext cx="10592000" cy="20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vert="horz" lIns="91440" tIns="91440" rIns="91440" bIns="91440" rtlCol="0" anchor="ctr"/>
          <a:lstStyle/>
          <a:p>
            <a:endParaRPr/>
          </a:p>
        </p:txBody>
      </p:sp>
      <p:sp>
        <p:nvSpPr>
          <p:cNvPr id="6" name="Shape_6"/>
          <p:cNvSpPr/>
          <p:nvPr/>
        </p:nvSpPr>
        <p:spPr>
          <a:xfrm>
            <a:off x="800000" y="1800000"/>
            <a:ext cx="3300000" cy="44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vert="horz" lIns="91440" tIns="91440" rIns="91440" bIns="91440" rtlCol="0" anchor="ctr"/>
          <a:lstStyle/>
          <a:p>
            <a:pPr algn="l"/>
            <a:r>
              <a:rPr lang="en-US" sz="1600" b="1" dirty="0">
                <a:solidFill>
                  <a:srgbClr val="0F2D59"/>
                </a:solidFill>
              </a:rPr>
              <a:t>Pillar 6</a:t>
            </a:r>
          </a:p>
          <a:p>
            <a:pPr algn="l"/>
            <a:r>
              <a:rPr lang="en-US" sz="1300" b="0" dirty="0">
                <a:solidFill>
                  <a:srgbClr val="475569"/>
                </a:solidFill>
              </a:rPr>
              <a:t>
Desc</a:t>
            </a:r>
          </a:p>
          <a:p>
            <a:pPr algn="l"/>
            <a:r>
              <a:rPr lang="en-US" sz="1800" b="1" dirty="0">
                <a:solidFill>
                  <a:srgbClr val="10B981"/>
                </a:solidFill>
              </a:rPr>
              <a:t>
100%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vert="horz" lIns="91440" tIns="91440" rIns="91440" bIns="91440" rtlCol="0" anchor="ctr"/>
          <a:lstStyle/>
          <a:p>
            <a:endParaRPr/>
          </a:p>
        </p:txBody>
      </p:sp>
      <p:sp>
        <p:nvSpPr>
          <p:cNvPr id="2" name="Shape_2"/>
          <p:cNvSpPr/>
          <p:nvPr/>
        </p:nvSpPr>
        <p:spPr>
          <a:xfrm>
            <a:off x="800000" y="450000"/>
            <a:ext cx="400000" cy="40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vert="horz" lIns="91440" tIns="91440" rIns="91440" bIns="91440" rtlCol="0" anchor="ctr"/>
          <a:lstStyle/>
          <a:p>
            <a:endParaRPr/>
          </a:p>
        </p:txBody>
      </p:sp>
      <p:sp>
        <p:nvSpPr>
          <p:cNvPr id="3" name="Shape_3"/>
          <p:cNvSpPr/>
          <p:nvPr/>
        </p:nvSpPr>
        <p:spPr>
          <a:xfrm>
            <a:off x="800000" y="550000"/>
            <a:ext cx="10500000" cy="300000"/>
          </a:xfrm>
          <a:prstGeom prst="rect">
            <a:avLst/>
          </a:prstGeom>
          <a:noFill/>
          <a:ln>
            <a:noFill/>
          </a:ln>
        </p:spPr>
        <p:txBody>
          <a:bodyPr vert="horz" lIns="91440" tIns="91440" rIns="91440" bIns="91440" rtlCol="0" anchor="ctr"/>
          <a:lstStyle/>
          <a:p>
            <a:pPr algn="l"/>
            <a:r>
              <a:rPr lang="en-US" sz="1100" b="1" dirty="0">
                <a:solidFill>
                  <a:srgbClr val="2563EB"/>
                </a:solidFill>
              </a:rPr>
              <a:t>MARKET DYNAMICS</a:t>
            </a:r>
          </a:p>
        </p:txBody>
      </p:sp>
      <p:sp>
        <p:nvSpPr>
          <p:cNvPr id="4" name="Shape_4"/>
          <p:cNvSpPr/>
          <p:nvPr/>
        </p:nvSpPr>
        <p:spPr>
          <a:xfrm>
            <a:off x="800000" y="850000"/>
            <a:ext cx="10500000" cy="700000"/>
          </a:xfrm>
          <a:prstGeom prst="rect">
            <a:avLst/>
          </a:prstGeom>
          <a:noFill/>
          <a:ln>
            <a:noFill/>
          </a:ln>
        </p:spPr>
        <p:txBody>
          <a:bodyPr vert="horz" lIns="91440" tIns="91440" rIns="91440" bIns="91440" rtlCol="0" anchor="ctr"/>
          <a:lstStyle/>
          <a:p>
            <a:pPr algn="l"/>
            <a:r>
              <a:rPr lang="en-US" sz="2600" b="1" dirty="0">
                <a:solidFill>
                  <a:srgbClr val="0F2D59"/>
                </a:solidFill>
              </a:rPr>
              <a:t>Slide 7</a:t>
            </a:r>
          </a:p>
        </p:txBody>
      </p:sp>
      <p:sp>
        <p:nvSpPr>
          <p:cNvPr id="5" name="Shape_5"/>
          <p:cNvSpPr/>
          <p:nvPr/>
        </p:nvSpPr>
        <p:spPr>
          <a:xfrm>
            <a:off x="800000" y="1550000"/>
            <a:ext cx="10592000" cy="20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vert="horz" lIns="91440" tIns="91440" rIns="91440" bIns="91440" rtlCol="0" anchor="ctr"/>
          <a:lstStyle/>
          <a:p>
            <a:endParaRPr/>
          </a:p>
        </p:txBody>
      </p:sp>
      <p:sp>
        <p:nvSpPr>
          <p:cNvPr id="6" name="Shape_6"/>
          <p:cNvSpPr/>
          <p:nvPr/>
        </p:nvSpPr>
        <p:spPr>
          <a:xfrm>
            <a:off x="800000" y="1800000"/>
            <a:ext cx="3300000" cy="44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vert="horz" lIns="91440" tIns="91440" rIns="91440" bIns="91440" rtlCol="0" anchor="ctr"/>
          <a:lstStyle/>
          <a:p>
            <a:pPr algn="l"/>
            <a:r>
              <a:rPr lang="en-US" sz="1600" b="1" dirty="0">
                <a:solidFill>
                  <a:srgbClr val="0F2D59"/>
                </a:solidFill>
              </a:rPr>
              <a:t>Pillar 7</a:t>
            </a:r>
          </a:p>
          <a:p>
            <a:pPr algn="l"/>
            <a:r>
              <a:rPr lang="en-US" sz="1300" b="0" dirty="0">
                <a:solidFill>
                  <a:srgbClr val="475569"/>
                </a:solidFill>
              </a:rPr>
              <a:t>
Desc</a:t>
            </a:r>
          </a:p>
          <a:p>
            <a:pPr algn="l"/>
            <a:r>
              <a:rPr lang="en-US" sz="1800" b="1" dirty="0">
                <a:solidFill>
                  <a:srgbClr val="10B981"/>
                </a:solidFill>
              </a:rPr>
              <a:t>
100%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vert="horz" lIns="91440" tIns="91440" rIns="91440" bIns="91440" rtlCol="0" anchor="ctr"/>
          <a:lstStyle/>
          <a:p>
            <a:endParaRPr/>
          </a:p>
        </p:txBody>
      </p:sp>
      <p:sp>
        <p:nvSpPr>
          <p:cNvPr id="2" name="Shape_2"/>
          <p:cNvSpPr/>
          <p:nvPr/>
        </p:nvSpPr>
        <p:spPr>
          <a:xfrm>
            <a:off x="800000" y="450000"/>
            <a:ext cx="400000" cy="40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vert="horz" lIns="91440" tIns="91440" rIns="91440" bIns="91440" rtlCol="0" anchor="ctr"/>
          <a:lstStyle/>
          <a:p>
            <a:endParaRPr/>
          </a:p>
        </p:txBody>
      </p:sp>
      <p:sp>
        <p:nvSpPr>
          <p:cNvPr id="3" name="Shape_3"/>
          <p:cNvSpPr/>
          <p:nvPr/>
        </p:nvSpPr>
        <p:spPr>
          <a:xfrm>
            <a:off x="800000" y="550000"/>
            <a:ext cx="10500000" cy="300000"/>
          </a:xfrm>
          <a:prstGeom prst="rect">
            <a:avLst/>
          </a:prstGeom>
          <a:noFill/>
          <a:ln>
            <a:noFill/>
          </a:ln>
        </p:spPr>
        <p:txBody>
          <a:bodyPr vert="horz" lIns="91440" tIns="91440" rIns="91440" bIns="91440" rtlCol="0" anchor="ctr"/>
          <a:lstStyle/>
          <a:p>
            <a:pPr algn="l"/>
            <a:r>
              <a:rPr lang="en-US" sz="1100" b="1" dirty="0">
                <a:solidFill>
                  <a:srgbClr val="2563EB"/>
                </a:solidFill>
              </a:rPr>
              <a:t>MARKET DYNAMICS</a:t>
            </a:r>
          </a:p>
        </p:txBody>
      </p:sp>
      <p:sp>
        <p:nvSpPr>
          <p:cNvPr id="4" name="Shape_4"/>
          <p:cNvSpPr/>
          <p:nvPr/>
        </p:nvSpPr>
        <p:spPr>
          <a:xfrm>
            <a:off x="800000" y="850000"/>
            <a:ext cx="10500000" cy="700000"/>
          </a:xfrm>
          <a:prstGeom prst="rect">
            <a:avLst/>
          </a:prstGeom>
          <a:noFill/>
          <a:ln>
            <a:noFill/>
          </a:ln>
        </p:spPr>
        <p:txBody>
          <a:bodyPr vert="horz" lIns="91440" tIns="91440" rIns="91440" bIns="91440" rtlCol="0" anchor="ctr"/>
          <a:lstStyle/>
          <a:p>
            <a:pPr algn="l"/>
            <a:r>
              <a:rPr lang="en-US" sz="2600" b="1" dirty="0">
                <a:solidFill>
                  <a:srgbClr val="0F2D59"/>
                </a:solidFill>
              </a:rPr>
              <a:t>Slide 8</a:t>
            </a:r>
          </a:p>
        </p:txBody>
      </p:sp>
      <p:sp>
        <p:nvSpPr>
          <p:cNvPr id="5" name="Shape_5"/>
          <p:cNvSpPr/>
          <p:nvPr/>
        </p:nvSpPr>
        <p:spPr>
          <a:xfrm>
            <a:off x="800000" y="1550000"/>
            <a:ext cx="10592000" cy="20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vert="horz" lIns="91440" tIns="91440" rIns="91440" bIns="91440" rtlCol="0" anchor="ctr"/>
          <a:lstStyle/>
          <a:p>
            <a:endParaRPr/>
          </a:p>
        </p:txBody>
      </p:sp>
      <p:sp>
        <p:nvSpPr>
          <p:cNvPr id="6" name="Shape_6"/>
          <p:cNvSpPr/>
          <p:nvPr/>
        </p:nvSpPr>
        <p:spPr>
          <a:xfrm>
            <a:off x="800000" y="1800000"/>
            <a:ext cx="3300000" cy="44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vert="horz" lIns="91440" tIns="91440" rIns="91440" bIns="91440" rtlCol="0" anchor="ctr"/>
          <a:lstStyle/>
          <a:p>
            <a:pPr algn="l"/>
            <a:r>
              <a:rPr lang="en-US" sz="1600" b="1" dirty="0">
                <a:solidFill>
                  <a:srgbClr val="0F2D59"/>
                </a:solidFill>
              </a:rPr>
              <a:t>Pillar 8</a:t>
            </a:r>
          </a:p>
          <a:p>
            <a:pPr algn="l"/>
            <a:r>
              <a:rPr lang="en-US" sz="1300" b="0" dirty="0">
                <a:solidFill>
                  <a:srgbClr val="475569"/>
                </a:solidFill>
              </a:rPr>
              <a:t>
Desc</a:t>
            </a:r>
          </a:p>
          <a:p>
            <a:pPr algn="l"/>
            <a:r>
              <a:rPr lang="en-US" sz="1800" b="1" dirty="0">
                <a:solidFill>
                  <a:srgbClr val="10B981"/>
                </a:solidFill>
              </a:rPr>
              <a:t>
100%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vert="horz" lIns="91440" tIns="91440" rIns="91440" bIns="91440" rtlCol="0" anchor="ctr"/>
          <a:lstStyle/>
          <a:p>
            <a:endParaRPr/>
          </a:p>
        </p:txBody>
      </p:sp>
      <p:sp>
        <p:nvSpPr>
          <p:cNvPr id="2" name="Shape_2"/>
          <p:cNvSpPr/>
          <p:nvPr/>
        </p:nvSpPr>
        <p:spPr>
          <a:xfrm>
            <a:off x="800000" y="450000"/>
            <a:ext cx="400000" cy="40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vert="horz" lIns="91440" tIns="91440" rIns="91440" bIns="91440" rtlCol="0" anchor="ctr"/>
          <a:lstStyle/>
          <a:p>
            <a:endParaRPr/>
          </a:p>
        </p:txBody>
      </p:sp>
      <p:sp>
        <p:nvSpPr>
          <p:cNvPr id="3" name="Shape_3"/>
          <p:cNvSpPr/>
          <p:nvPr/>
        </p:nvSpPr>
        <p:spPr>
          <a:xfrm>
            <a:off x="800000" y="550000"/>
            <a:ext cx="10500000" cy="300000"/>
          </a:xfrm>
          <a:prstGeom prst="rect">
            <a:avLst/>
          </a:prstGeom>
          <a:noFill/>
          <a:ln>
            <a:noFill/>
          </a:ln>
        </p:spPr>
        <p:txBody>
          <a:bodyPr vert="horz" lIns="91440" tIns="91440" rIns="91440" bIns="91440" rtlCol="0" anchor="ctr"/>
          <a:lstStyle/>
          <a:p>
            <a:pPr algn="l"/>
            <a:r>
              <a:rPr lang="en-US" sz="1100" b="1" dirty="0">
                <a:solidFill>
                  <a:srgbClr val="2563EB"/>
                </a:solidFill>
              </a:rPr>
              <a:t>MARKET DYNAMICS</a:t>
            </a:r>
          </a:p>
        </p:txBody>
      </p:sp>
      <p:sp>
        <p:nvSpPr>
          <p:cNvPr id="4" name="Shape_4"/>
          <p:cNvSpPr/>
          <p:nvPr/>
        </p:nvSpPr>
        <p:spPr>
          <a:xfrm>
            <a:off x="800000" y="850000"/>
            <a:ext cx="10500000" cy="700000"/>
          </a:xfrm>
          <a:prstGeom prst="rect">
            <a:avLst/>
          </a:prstGeom>
          <a:noFill/>
          <a:ln>
            <a:noFill/>
          </a:ln>
        </p:spPr>
        <p:txBody>
          <a:bodyPr vert="horz" lIns="91440" tIns="91440" rIns="91440" bIns="91440" rtlCol="0" anchor="ctr"/>
          <a:lstStyle/>
          <a:p>
            <a:pPr algn="l"/>
            <a:r>
              <a:rPr lang="en-US" sz="2600" b="1" dirty="0">
                <a:solidFill>
                  <a:srgbClr val="0F2D59"/>
                </a:solidFill>
              </a:rPr>
              <a:t>Slide 9</a:t>
            </a:r>
          </a:p>
        </p:txBody>
      </p:sp>
      <p:sp>
        <p:nvSpPr>
          <p:cNvPr id="5" name="Shape_5"/>
          <p:cNvSpPr/>
          <p:nvPr/>
        </p:nvSpPr>
        <p:spPr>
          <a:xfrm>
            <a:off x="800000" y="1550000"/>
            <a:ext cx="10592000" cy="20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vert="horz" lIns="91440" tIns="91440" rIns="91440" bIns="91440" rtlCol="0" anchor="ctr"/>
          <a:lstStyle/>
          <a:p>
            <a:endParaRPr/>
          </a:p>
        </p:txBody>
      </p:sp>
      <p:sp>
        <p:nvSpPr>
          <p:cNvPr id="6" name="Shape_6"/>
          <p:cNvSpPr/>
          <p:nvPr/>
        </p:nvSpPr>
        <p:spPr>
          <a:xfrm>
            <a:off x="800000" y="1800000"/>
            <a:ext cx="3300000" cy="44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vert="horz" lIns="91440" tIns="91440" rIns="91440" bIns="91440" rtlCol="0" anchor="ctr"/>
          <a:lstStyle/>
          <a:p>
            <a:pPr algn="l"/>
            <a:r>
              <a:rPr lang="en-US" sz="1600" b="1" dirty="0">
                <a:solidFill>
                  <a:srgbClr val="0F2D59"/>
                </a:solidFill>
              </a:rPr>
              <a:t>Pillar 9</a:t>
            </a:r>
          </a:p>
          <a:p>
            <a:pPr algn="l"/>
            <a:r>
              <a:rPr lang="en-US" sz="1300" b="0" dirty="0">
                <a:solidFill>
                  <a:srgbClr val="475569"/>
                </a:solidFill>
              </a:rPr>
              <a:t>
Desc</a:t>
            </a:r>
          </a:p>
          <a:p>
            <a:pPr algn="l"/>
            <a:r>
              <a:rPr lang="en-US" sz="1800" b="1" dirty="0">
                <a:solidFill>
                  <a:srgbClr val="10B981"/>
                </a:solidFill>
              </a:rPr>
              <a:t>
100%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vert="horz" lIns="91440" tIns="91440" rIns="91440" bIns="91440" rtlCol="0" anchor="ctr"/>
          <a:lstStyle/>
          <a:p>
            <a:endParaRPr/>
          </a:p>
        </p:txBody>
      </p:sp>
      <p:sp>
        <p:nvSpPr>
          <p:cNvPr id="2" name="Shape_2"/>
          <p:cNvSpPr/>
          <p:nvPr/>
        </p:nvSpPr>
        <p:spPr>
          <a:xfrm>
            <a:off x="800000" y="450000"/>
            <a:ext cx="400000" cy="40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vert="horz" lIns="91440" tIns="91440" rIns="91440" bIns="91440" rtlCol="0" anchor="ctr"/>
          <a:lstStyle/>
          <a:p>
            <a:endParaRPr/>
          </a:p>
        </p:txBody>
      </p:sp>
      <p:sp>
        <p:nvSpPr>
          <p:cNvPr id="3" name="Shape_3"/>
          <p:cNvSpPr/>
          <p:nvPr/>
        </p:nvSpPr>
        <p:spPr>
          <a:xfrm>
            <a:off x="800000" y="550000"/>
            <a:ext cx="10500000" cy="300000"/>
          </a:xfrm>
          <a:prstGeom prst="rect">
            <a:avLst/>
          </a:prstGeom>
          <a:noFill/>
          <a:ln>
            <a:noFill/>
          </a:ln>
        </p:spPr>
        <p:txBody>
          <a:bodyPr vert="horz" lIns="91440" tIns="91440" rIns="91440" bIns="91440" rtlCol="0" anchor="ctr"/>
          <a:lstStyle/>
          <a:p>
            <a:pPr algn="l"/>
            <a:r>
              <a:rPr lang="en-US" sz="1100" b="1" dirty="0">
                <a:solidFill>
                  <a:srgbClr val="2563EB"/>
                </a:solidFill>
              </a:rPr>
              <a:t>MARKET DYNAMICS</a:t>
            </a:r>
          </a:p>
        </p:txBody>
      </p:sp>
      <p:sp>
        <p:nvSpPr>
          <p:cNvPr id="4" name="Shape_4"/>
          <p:cNvSpPr/>
          <p:nvPr/>
        </p:nvSpPr>
        <p:spPr>
          <a:xfrm>
            <a:off x="800000" y="850000"/>
            <a:ext cx="10500000" cy="700000"/>
          </a:xfrm>
          <a:prstGeom prst="rect">
            <a:avLst/>
          </a:prstGeom>
          <a:noFill/>
          <a:ln>
            <a:noFill/>
          </a:ln>
        </p:spPr>
        <p:txBody>
          <a:bodyPr vert="horz" lIns="91440" tIns="91440" rIns="91440" bIns="91440" rtlCol="0" anchor="ctr"/>
          <a:lstStyle/>
          <a:p>
            <a:pPr algn="l"/>
            <a:r>
              <a:rPr lang="en-US" sz="2600" b="1" dirty="0">
                <a:solidFill>
                  <a:srgbClr val="0F2D59"/>
                </a:solidFill>
              </a:rPr>
              <a:t>Slide 10</a:t>
            </a:r>
          </a:p>
        </p:txBody>
      </p:sp>
      <p:sp>
        <p:nvSpPr>
          <p:cNvPr id="5" name="Shape_5"/>
          <p:cNvSpPr/>
          <p:nvPr/>
        </p:nvSpPr>
        <p:spPr>
          <a:xfrm>
            <a:off x="800000" y="1550000"/>
            <a:ext cx="10592000" cy="20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vert="horz" lIns="91440" tIns="91440" rIns="91440" bIns="91440" rtlCol="0" anchor="ctr"/>
          <a:lstStyle/>
          <a:p>
            <a:endParaRPr/>
          </a:p>
        </p:txBody>
      </p:sp>
      <p:sp>
        <p:nvSpPr>
          <p:cNvPr id="6" name="Shape_6"/>
          <p:cNvSpPr/>
          <p:nvPr/>
        </p:nvSpPr>
        <p:spPr>
          <a:xfrm>
            <a:off x="800000" y="1800000"/>
            <a:ext cx="3300000" cy="44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vert="horz" lIns="91440" tIns="91440" rIns="91440" bIns="91440" rtlCol="0" anchor="ctr"/>
          <a:lstStyle/>
          <a:p>
            <a:pPr algn="l"/>
            <a:r>
              <a:rPr lang="en-US" sz="1600" b="1" dirty="0">
                <a:solidFill>
                  <a:srgbClr val="0F2D59"/>
                </a:solidFill>
              </a:rPr>
              <a:t>Pillar 10</a:t>
            </a:r>
          </a:p>
          <a:p>
            <a:pPr algn="l"/>
            <a:r>
              <a:rPr lang="en-US" sz="1300" b="0" dirty="0">
                <a:solidFill>
                  <a:srgbClr val="475569"/>
                </a:solidFill>
              </a:rPr>
              <a:t>
Desc</a:t>
            </a:r>
          </a:p>
          <a:p>
            <a:pPr algn="l"/>
            <a:r>
              <a:rPr lang="en-US" sz="1800" b="1" dirty="0">
                <a:solidFill>
                  <a:srgbClr val="10B981"/>
                </a:solidFill>
              </a:rPr>
              <a:t>
100%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vert="horz" lIns="91440" tIns="91440" rIns="91440" bIns="91440" rtlCol="0" anchor="ctr"/>
          <a:lstStyle/>
          <a:p>
            <a:endParaRPr/>
          </a:p>
        </p:txBody>
      </p:sp>
      <p:sp>
        <p:nvSpPr>
          <p:cNvPr id="2" name="Shape_2"/>
          <p:cNvSpPr/>
          <p:nvPr/>
        </p:nvSpPr>
        <p:spPr>
          <a:xfrm>
            <a:off x="800000" y="450000"/>
            <a:ext cx="400000" cy="40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vert="horz" lIns="91440" tIns="91440" rIns="91440" bIns="91440" rtlCol="0" anchor="ctr"/>
          <a:lstStyle/>
          <a:p>
            <a:endParaRPr/>
          </a:p>
        </p:txBody>
      </p:sp>
      <p:sp>
        <p:nvSpPr>
          <p:cNvPr id="3" name="Shape_3"/>
          <p:cNvSpPr/>
          <p:nvPr/>
        </p:nvSpPr>
        <p:spPr>
          <a:xfrm>
            <a:off x="800000" y="550000"/>
            <a:ext cx="10500000" cy="300000"/>
          </a:xfrm>
          <a:prstGeom prst="rect">
            <a:avLst/>
          </a:prstGeom>
          <a:noFill/>
          <a:ln>
            <a:noFill/>
          </a:ln>
        </p:spPr>
        <p:txBody>
          <a:bodyPr vert="horz" lIns="91440" tIns="91440" rIns="91440" bIns="91440" rtlCol="0" anchor="ctr"/>
          <a:lstStyle/>
          <a:p>
            <a:pPr algn="l"/>
            <a:r>
              <a:rPr lang="en-US" sz="1100" b="1" dirty="0">
                <a:solidFill>
                  <a:srgbClr val="2563EB"/>
                </a:solidFill>
              </a:rPr>
              <a:t>MARKET DYNAMICS</a:t>
            </a:r>
          </a:p>
        </p:txBody>
      </p:sp>
      <p:sp>
        <p:nvSpPr>
          <p:cNvPr id="4" name="Shape_4"/>
          <p:cNvSpPr/>
          <p:nvPr/>
        </p:nvSpPr>
        <p:spPr>
          <a:xfrm>
            <a:off x="800000" y="850000"/>
            <a:ext cx="10500000" cy="700000"/>
          </a:xfrm>
          <a:prstGeom prst="rect">
            <a:avLst/>
          </a:prstGeom>
          <a:noFill/>
          <a:ln>
            <a:noFill/>
          </a:ln>
        </p:spPr>
        <p:txBody>
          <a:bodyPr vert="horz" lIns="91440" tIns="91440" rIns="91440" bIns="91440" rtlCol="0" anchor="ctr"/>
          <a:lstStyle/>
          <a:p>
            <a:pPr algn="l"/>
            <a:r>
              <a:rPr lang="en-US" sz="2600" b="1" dirty="0">
                <a:solidFill>
                  <a:srgbClr val="0F2D59"/>
                </a:solidFill>
              </a:rPr>
              <a:t>Slide 11</a:t>
            </a:r>
          </a:p>
        </p:txBody>
      </p:sp>
      <p:sp>
        <p:nvSpPr>
          <p:cNvPr id="5" name="Shape_5"/>
          <p:cNvSpPr/>
          <p:nvPr/>
        </p:nvSpPr>
        <p:spPr>
          <a:xfrm>
            <a:off x="800000" y="1550000"/>
            <a:ext cx="10592000" cy="20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vert="horz" lIns="91440" tIns="91440" rIns="91440" bIns="91440" rtlCol="0" anchor="ctr"/>
          <a:lstStyle/>
          <a:p>
            <a:endParaRPr/>
          </a:p>
        </p:txBody>
      </p:sp>
      <p:sp>
        <p:nvSpPr>
          <p:cNvPr id="6" name="Shape_6"/>
          <p:cNvSpPr/>
          <p:nvPr/>
        </p:nvSpPr>
        <p:spPr>
          <a:xfrm>
            <a:off x="800000" y="1800000"/>
            <a:ext cx="3300000" cy="44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vert="horz" lIns="91440" tIns="91440" rIns="91440" bIns="91440" rtlCol="0" anchor="ctr"/>
          <a:lstStyle/>
          <a:p>
            <a:pPr algn="l"/>
            <a:r>
              <a:rPr lang="en-US" sz="1600" b="1" dirty="0">
                <a:solidFill>
                  <a:srgbClr val="0F2D59"/>
                </a:solidFill>
              </a:rPr>
              <a:t>Pillar 11</a:t>
            </a:r>
          </a:p>
          <a:p>
            <a:pPr algn="l"/>
            <a:r>
              <a:rPr lang="en-US" sz="1300" b="0" dirty="0">
                <a:solidFill>
                  <a:srgbClr val="475569"/>
                </a:solidFill>
              </a:rPr>
              <a:t>
Desc</a:t>
            </a:r>
          </a:p>
          <a:p>
            <a:pPr algn="l"/>
            <a:r>
              <a:rPr lang="en-US" sz="1800" b="1" dirty="0">
                <a:solidFill>
                  <a:srgbClr val="10B981"/>
                </a:solidFill>
              </a:rPr>
              <a:t>
100%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vert="horz" lIns="91440" tIns="91440" rIns="91440" bIns="91440" rtlCol="0" anchor="ctr"/>
          <a:lstStyle/>
          <a:p>
            <a:endParaRPr/>
          </a:p>
        </p:txBody>
      </p:sp>
      <p:sp>
        <p:nvSpPr>
          <p:cNvPr id="2" name="Shape_2"/>
          <p:cNvSpPr/>
          <p:nvPr/>
        </p:nvSpPr>
        <p:spPr>
          <a:xfrm>
            <a:off x="800000" y="450000"/>
            <a:ext cx="400000" cy="40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vert="horz" lIns="91440" tIns="91440" rIns="91440" bIns="91440" rtlCol="0" anchor="ctr"/>
          <a:lstStyle/>
          <a:p>
            <a:endParaRPr/>
          </a:p>
        </p:txBody>
      </p:sp>
      <p:sp>
        <p:nvSpPr>
          <p:cNvPr id="3" name="Shape_3"/>
          <p:cNvSpPr/>
          <p:nvPr/>
        </p:nvSpPr>
        <p:spPr>
          <a:xfrm>
            <a:off x="800000" y="550000"/>
            <a:ext cx="10500000" cy="300000"/>
          </a:xfrm>
          <a:prstGeom prst="rect">
            <a:avLst/>
          </a:prstGeom>
          <a:noFill/>
          <a:ln>
            <a:noFill/>
          </a:ln>
        </p:spPr>
        <p:txBody>
          <a:bodyPr vert="horz" lIns="91440" tIns="91440" rIns="91440" bIns="91440" rtlCol="0" anchor="ctr"/>
          <a:lstStyle/>
          <a:p>
            <a:pPr algn="l"/>
            <a:r>
              <a:rPr lang="en-US" sz="1100" b="1" dirty="0">
                <a:solidFill>
                  <a:srgbClr val="2563EB"/>
                </a:solidFill>
              </a:rPr>
              <a:t>MARKET DYNAMICS</a:t>
            </a:r>
          </a:p>
        </p:txBody>
      </p:sp>
      <p:sp>
        <p:nvSpPr>
          <p:cNvPr id="4" name="Shape_4"/>
          <p:cNvSpPr/>
          <p:nvPr/>
        </p:nvSpPr>
        <p:spPr>
          <a:xfrm>
            <a:off x="800000" y="850000"/>
            <a:ext cx="10500000" cy="700000"/>
          </a:xfrm>
          <a:prstGeom prst="rect">
            <a:avLst/>
          </a:prstGeom>
          <a:noFill/>
          <a:ln>
            <a:noFill/>
          </a:ln>
        </p:spPr>
        <p:txBody>
          <a:bodyPr vert="horz" lIns="91440" tIns="91440" rIns="91440" bIns="91440" rtlCol="0" anchor="ctr"/>
          <a:lstStyle/>
          <a:p>
            <a:pPr algn="l"/>
            <a:r>
              <a:rPr lang="en-US" sz="2600" b="1" dirty="0">
                <a:solidFill>
                  <a:srgbClr val="0F2D59"/>
                </a:solidFill>
              </a:rPr>
              <a:t>Slide 12</a:t>
            </a:r>
          </a:p>
        </p:txBody>
      </p:sp>
      <p:sp>
        <p:nvSpPr>
          <p:cNvPr id="5" name="Shape_5"/>
          <p:cNvSpPr/>
          <p:nvPr/>
        </p:nvSpPr>
        <p:spPr>
          <a:xfrm>
            <a:off x="800000" y="1550000"/>
            <a:ext cx="10592000" cy="20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vert="horz" lIns="91440" tIns="91440" rIns="91440" bIns="91440" rtlCol="0" anchor="ctr"/>
          <a:lstStyle/>
          <a:p>
            <a:endParaRPr/>
          </a:p>
        </p:txBody>
      </p:sp>
      <p:sp>
        <p:nvSpPr>
          <p:cNvPr id="6" name="Shape_6"/>
          <p:cNvSpPr/>
          <p:nvPr/>
        </p:nvSpPr>
        <p:spPr>
          <a:xfrm>
            <a:off x="800000" y="1800000"/>
            <a:ext cx="3300000" cy="44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vert="horz" lIns="91440" tIns="91440" rIns="91440" bIns="91440" rtlCol="0" anchor="ctr"/>
          <a:lstStyle/>
          <a:p>
            <a:pPr algn="l"/>
            <a:r>
              <a:rPr lang="en-US" sz="1600" b="1" dirty="0">
                <a:solidFill>
                  <a:srgbClr val="0F2D59"/>
                </a:solidFill>
              </a:rPr>
              <a:t>Pillar 12</a:t>
            </a:r>
          </a:p>
          <a:p>
            <a:pPr algn="l"/>
            <a:r>
              <a:rPr lang="en-US" sz="1300" b="0" dirty="0">
                <a:solidFill>
                  <a:srgbClr val="475569"/>
                </a:solidFill>
              </a:rPr>
              <a:t>
Desc</a:t>
            </a:r>
          </a:p>
          <a:p>
            <a:pPr algn="l"/>
            <a:r>
              <a:rPr lang="en-US" sz="1800" b="1" dirty="0">
                <a:solidFill>
                  <a:srgbClr val="10B981"/>
                </a:solidFill>
              </a:rPr>
              <a:t>
100%</a:t>
            </a:r>
          </a:p>
        </p:txBody>
      </p:sp>
    </p:spTree>
  </p:cSld>
  <p:clrMapOvr>
    <a:masterClrMapping/>
  </p:clrMapOvr>
</p:sld>
</file>

<file path=docProps/app.xml><?xml version="1.0" encoding="utf-8"?>
<Properties xmlns="http://schemas.openxmlformats.org/officeDocument/2006/extended-properties">
  <Application>Enterprise Multi-Agent DocuSynth</Application>
  <Slides>12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Test 12 Slides</dc:title>
  <dc:creator>Enterprise Multi-Agent AI System</dc:creator>
  <cp:lastModifiedBy>PPT Generation Agent</cp:lastModifiedBy>
  <cp:revision>1</cp:revision>
</cp:coreProperties>
</file>